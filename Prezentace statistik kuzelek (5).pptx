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0644c6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0644c6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0644c6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a0644c6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0644c6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0644c6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0644c6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0644c6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1d025f3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1d025f3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0644c6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0644c6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0644c6e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0644c6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0644c6e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a0644c6e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1d025f3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a1d025f3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emini_Generated_Image_xq4pq5xq4pq5xq4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82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tats 2 roz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125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Ligova tabulk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928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tatistiky prum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3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Profil hrace j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Porovnani hracu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5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Top 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27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Histor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6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Pravid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34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Gemini_Generated_Image_vto99mvto99mvto9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82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